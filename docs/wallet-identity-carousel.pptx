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74980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BUILD NOTES  ·  WALLET IDENTITY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745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Anonymous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by Design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404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a payments wallet stores your phone number, and mints an account ID that gives away nothing — not your number, not your name, not even the order you signed up in.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DrutoPay  ·  build notes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TRAP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Two ways to get this wrong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DrutoPay  ·  build notes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795967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02 /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254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02536"/>
            <a:ext cx="479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ATTEMPT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Use the phone number as the account 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74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It then lands in every log line, every table join, every support screen, every analytics export. One leak exposes real people.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70168" y="1783080"/>
            <a:ext cx="5254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6200" y="2002536"/>
            <a:ext cx="479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ATTEMPT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626200" y="224028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Random digits, check the DB, retry on clash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6200" y="2834640"/>
            <a:ext cx="474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Guessable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— random() is predictable; watch a few IDs, guess the next.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Race condition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— two signups pass the “does it exist?” check at the same instant, then both insert.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480560"/>
            <a:ext cx="11057839" cy="868680"/>
          </a:xfrm>
          <a:prstGeom prst="roundRect">
            <a:avLst>
              <a:gd name="adj" fmla="val 5263"/>
            </a:avLst>
          </a:prstGeom>
          <a:solidFill>
            <a:srgbClr val="FCE3E4"/>
          </a:solidFill>
          <a:ln w="12700">
            <a:solidFill>
              <a:srgbClr val="FCE3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448056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The fix → </a:t>
            </a:r>
            <a:pPr indent="0" marL="0">
              <a:buNone/>
            </a:pPr>
            <a:r>
              <a:rPr lang="en-US" sz="1900" dirty="0">
                <a:solidFill>
                  <a:srgbClr val="E8323C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split it into two separate jobs</a:t>
            </a:r>
            <a:pPr indent="0" marL="0">
              <a:buNone/>
            </a:pPr>
            <a:r>
              <a:rPr lang="en-US" sz="19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: make it </a:t>
            </a:r>
            <a:pPr indent="0" marL="0">
              <a:buNone/>
            </a:pPr>
            <a:r>
              <a:rPr lang="en-US" sz="1900" dirty="0">
                <a:solidFill>
                  <a:srgbClr val="E8323C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unique</a:t>
            </a:r>
            <a:pPr indent="0" marL="0">
              <a:buNone/>
            </a:pPr>
            <a:r>
              <a:rPr lang="en-US" sz="19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, and separately, </a:t>
            </a:r>
            <a:pPr indent="0" marL="0">
              <a:buNone/>
            </a:pPr>
            <a:r>
              <a:rPr lang="en-US" sz="1900" dirty="0">
                <a:solidFill>
                  <a:srgbClr val="E8323C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hide the sequence.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STEP 1 · STORING PII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The phone number, two ways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DrutoPay  ·  build notes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795967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03 /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84168" y="1572768"/>
            <a:ext cx="4023360" cy="640080"/>
          </a:xfrm>
          <a:prstGeom prst="roundRect">
            <a:avLst>
              <a:gd name="adj" fmla="val 7143"/>
            </a:avLst>
          </a:prstGeom>
          <a:solidFill>
            <a:srgbClr val="18171B"/>
          </a:solidFill>
          <a:ln w="12700">
            <a:solidFill>
              <a:srgbClr val="1817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84168" y="15727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99A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INPUT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phone   01XXXXXXXXX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5848" y="2212848"/>
            <a:ext cx="-3014320" cy="45720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95848" y="2212848"/>
            <a:ext cx="3014320" cy="45720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74320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8620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PATH A · TO FIND YOU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072384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HMAC-SHA256( secret pepper , phone 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95567" y="274320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5023" y="28620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PATH B · TO REACH YOU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815023" y="3072384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AES-GCM · a fresh random IV per row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81528" y="3493008"/>
            <a:ext cx="0" cy="292608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10167" y="3493008"/>
            <a:ext cx="0" cy="292608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" y="3840480"/>
            <a:ext cx="50292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986784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phone_hash column  =  9f3a1c…c1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" y="4343400"/>
            <a:ext cx="4590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✓ same input → same output — look users up &amp; block duplicates</a:t>
            </a:r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✓ one-way — a stolen DB is not a list of phone numbers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✗ you can never read the number back from 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95567" y="3840480"/>
            <a:ext cx="50292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5023" y="3986784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phone_enc column  =  ▓▓▓▓▓▓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5023" y="4343400"/>
            <a:ext cx="4590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✓ decrypt with the key only when needed — OTP, verified support view</a:t>
            </a:r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✗ different ciphertext every time — nothing can search on it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✗ useless to a thief without the key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323C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Keep both. </a:t>
            </a:r>
            <a:pPr algn="ctr" indent="0" marL="0">
              <a:buNone/>
            </a:pPr>
            <a:r>
              <a:rPr lang="en-US" sz="17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One column to find you, one to reach you.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STEP 2 · THE WALLET NUMBER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Count first, then scramble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DrutoPay  ·  build notes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795967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04 /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794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7465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 · DATABASE COUNTER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1975104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 …</a:t>
            </a:r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atomic · unique · no lookup, no race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8264" y="2107692"/>
            <a:ext cx="540868" cy="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75708" y="1627632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76876" y="1746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 · OFFSET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76876" y="1975104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+ 1,000,000,000</a:t>
            </a:r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so early IDs aren’t at the edge of the range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2684" y="2107692"/>
            <a:ext cx="540868" cy="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90127" y="1627632"/>
            <a:ext cx="2834640" cy="960120"/>
          </a:xfrm>
          <a:prstGeom prst="roundRect">
            <a:avLst>
              <a:gd name="adj" fmla="val 4762"/>
            </a:avLst>
          </a:prstGeom>
          <a:solidFill>
            <a:srgbClr val="FCE3E4"/>
          </a:solidFill>
          <a:ln w="12700">
            <a:solidFill>
              <a:srgbClr val="FCE3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91295" y="17739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 · FEED TO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91295" y="2011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Feistel permutation 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2862072"/>
            <a:ext cx="11057839" cy="2240280"/>
          </a:xfrm>
          <a:prstGeom prst="roundRect">
            <a:avLst>
              <a:gd name="adj" fmla="val 2041"/>
            </a:avLst>
          </a:prstGeom>
          <a:solidFill>
            <a:srgbClr val="18171B"/>
          </a:solidFill>
          <a:ln w="12700">
            <a:solidFill>
              <a:srgbClr val="1817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3063240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9A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FEISTEL PERMUTATION  ·  4 ROUNDS  ·  KEYED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3410712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n  →  L | R    (17 bits each)</a:t>
            </a:r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round:   L, R   ←   R ,   L  XOR  F(R)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F(R) = HMAC-SHA256( key , round ‖ R 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round 4:   join L | R   →   n′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99248" y="3429000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18171B"/>
          </a:solidFill>
          <a:ln w="19050">
            <a:solidFill>
              <a:srgbClr val="3AD0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99248" y="3429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AFFC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bijection — 1 input ↔ 1 output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99248" y="39593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9D9D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Reversible with the key. No two inputs share an output — so the wallet number is unique by construction, never checked against the table.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285232"/>
            <a:ext cx="5669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" y="5404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 · CYCLE-WALK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56235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If n′ is still over 10 digits: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58430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It runs Feistel again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~1.7 passes on average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72784" y="5760720"/>
            <a:ext cx="457200" cy="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22008" y="5285232"/>
            <a:ext cx="4702759" cy="950976"/>
          </a:xfrm>
          <a:prstGeom prst="roundRect">
            <a:avLst>
              <a:gd name="adj" fmla="val 4808"/>
            </a:avLst>
          </a:prstGeom>
          <a:solidFill>
            <a:srgbClr val="18171B"/>
          </a:solidFill>
          <a:ln w="12700">
            <a:solidFill>
              <a:srgbClr val="1817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22008" y="5285232"/>
            <a:ext cx="470275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99A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wallet_number  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1→0675163119   2→0949555767   3→8942541949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WHY IT HOLDS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A bijection can’t collide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DrutoPay  ·  build notes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795967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05 /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817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95728" y="2194560"/>
            <a:ext cx="1554480" cy="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87368" y="192024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18171B"/>
          </a:solidFill>
          <a:ln w="12700">
            <a:solidFill>
              <a:srgbClr val="1817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0675163119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97180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817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95728" y="3246120"/>
            <a:ext cx="1554480" cy="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87368" y="297180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18171B"/>
          </a:solidFill>
          <a:ln w="12700">
            <a:solidFill>
              <a:srgbClr val="1817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87368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0949555767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817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4297680"/>
            <a:ext cx="1554480" cy="0"/>
          </a:xfrm>
          <a:prstGeom prst="line">
            <a:avLst/>
          </a:prstGeom>
          <a:noFill/>
          <a:ln w="22225">
            <a:solidFill>
              <a:srgbClr val="18171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87368" y="402336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18171B"/>
          </a:solidFill>
          <a:ln w="12700">
            <a:solidFill>
              <a:srgbClr val="1817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87368" y="4023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8942541949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arrow in, one arrow out — always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93408" y="1828800"/>
            <a:ext cx="4931359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22225">
            <a:solidFill>
              <a:srgbClr val="E832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7728" y="2057400"/>
            <a:ext cx="438271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✓ Every counter maps to one number, and every number to one counter.</a:t>
            </a:r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✓ So two users physically cannot land on the same wallet number — with zero database checks.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✓ Consecutive in, scrambled out — the ID hides both signup order and total user count.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93408" y="4389120"/>
            <a:ext cx="4931359" cy="1051560"/>
          </a:xfrm>
          <a:prstGeom prst="roundRect">
            <a:avLst>
              <a:gd name="adj" fmla="val 4348"/>
            </a:avLst>
          </a:prstGeom>
          <a:solidFill>
            <a:srgbClr val="FCE3E4"/>
          </a:solidFill>
          <a:ln w="12700">
            <a:solidFill>
              <a:srgbClr val="FCE3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4389120"/>
            <a:ext cx="43827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COMPARE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random + check has a race: two callers pass the check, then both insert the same value.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2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03504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What’s in the users table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DrutoPay  ·  build notes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795967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5B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06 / 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651760"/>
                <a:gridCol w="3102559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B63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FIELD</a:t>
                      </a:r>
                      <a:endParaRPr lang="en-US" sz="10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B63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STORED AS</a:t>
                      </a:r>
                      <a:endParaRPr lang="en-US" sz="10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B63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EXAMPLE</a:t>
                      </a:r>
                      <a:endParaRPr lang="en-US" sz="10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B63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USED FOR</a:t>
                      </a:r>
                      <a:endParaRPr lang="en-US" sz="10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phone (lookup)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HMAC-SHA256 + pepper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9f3a…c1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match user, uniqueness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phone (recovery)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AES-GCM, random IV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enc:▓▓▓▓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send OTP, verified view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national ID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HMAC + AES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4b7e… / ▓▓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KYC match + retrieval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wallet_number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Feistel( counter )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0675163119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internal joins, logs, admin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PIN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PBKDF2-SHA256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pbkdf2_sha256$…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71B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authentication</a:t>
                      </a:r>
                      <a:endParaRPr lang="en-US" sz="12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596128"/>
            <a:ext cx="11057839" cy="868680"/>
          </a:xfrm>
          <a:prstGeom prst="roundRect">
            <a:avLst>
              <a:gd name="adj" fmla="val 5263"/>
            </a:avLst>
          </a:prstGeom>
          <a:solidFill>
            <a:srgbClr val="FCE3E4"/>
          </a:solidFill>
          <a:ln w="12700">
            <a:solidFill>
              <a:srgbClr val="FCE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5596128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8171B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No column holds the raw phone number.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8171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Support staff, admin panels and internal services all work off wallet_number. Only one narrow KYC view can reveal the real number — and that access is logged.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2026-09-02T10:11:45Z</dcterms:created>
  <dcterms:modified xsi:type="dcterms:W3CDTF">2026-09-02T10:11:45Z</dcterms:modified>
</cp:coreProperties>
</file>